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324" y="2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D8E98-A3EA-4636-8599-08BBC76DD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623CB89-28C8-4FDE-A369-1E40072A8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29D0C3-D333-41B2-95B3-472F9EFBD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95BC7-6B34-4B64-AD69-2A9DE35224AB}" type="datetimeFigureOut">
              <a:rPr lang="ru-RU" smtClean="0"/>
              <a:t>19.01.2022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80FDC3-2C05-42DE-BE2C-9C68CCFD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D2069C-53FF-4F29-ACDC-7655BCB26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4350-71B7-47E3-921A-305CD709F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212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48659C-1050-4B77-B90D-70CDD666E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E95AFB-9BCF-4812-8C59-1787F90A8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D31CF5-24F1-4660-8D1E-5715FC6A8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95BC7-6B34-4B64-AD69-2A9DE35224AB}" type="datetimeFigureOut">
              <a:rPr lang="ru-RU" smtClean="0"/>
              <a:t>19.01.2022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B45BBA-B239-4CB5-B5A4-C5FD9D769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72393F-B323-49B2-BB43-902FA809B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4350-71B7-47E3-921A-305CD709F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688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3323C-5311-48D0-A14D-B52B16191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BDA5BB-A682-46A3-994A-D2C84AA28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325071-9D3C-4A1B-8BCF-7A1A4AB0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95BC7-6B34-4B64-AD69-2A9DE35224AB}" type="datetimeFigureOut">
              <a:rPr lang="ru-RU" smtClean="0"/>
              <a:t>19.01.2022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81DEDF-0013-4098-A108-C0E303DB3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3EBFC7-782D-4DB5-8F3F-B8FD96793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4350-71B7-47E3-921A-305CD709F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979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921B79-C0FA-464A-BB42-64DFF4568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4F35C2-F058-422F-BC7A-60B3CC45E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27ED60-0052-466F-BA8B-32FC4675C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8FE96B-C6B0-4556-B192-69CFC526D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95BC7-6B34-4B64-AD69-2A9DE35224AB}" type="datetimeFigureOut">
              <a:rPr lang="ru-RU" smtClean="0"/>
              <a:t>19.01.2022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C35238-14F4-4DDA-BF06-5BE5BF1C0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2FC9F4-9F57-4505-9A45-3E6A0E531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4350-71B7-47E3-921A-305CD709F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284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CFF438-34E9-430F-8396-FB56F723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D6B4BA-EC5F-4F1F-935A-F2BF4D39E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967C86A-DAF3-4CD1-BBA2-10D857427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3BD4F18-02BC-4FA9-802D-3F7F5FB499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F6B00F1-B198-4491-8485-0D9BE08D64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2714211-B028-42CF-8310-84D951F36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95BC7-6B34-4B64-AD69-2A9DE35224AB}" type="datetimeFigureOut">
              <a:rPr lang="ru-RU" smtClean="0"/>
              <a:t>19.01.2022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147694-D1E9-423B-AE04-83E861312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59C1BD2-8DC9-4028-BCFC-A3080FAAE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4350-71B7-47E3-921A-305CD709F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566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76EBB2-B34F-4F5C-8CDB-E70E92603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44B647F-C385-4BFE-95E1-AEBEB782B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95BC7-6B34-4B64-AD69-2A9DE35224AB}" type="datetimeFigureOut">
              <a:rPr lang="ru-RU" smtClean="0"/>
              <a:t>19.01.2022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AB2C9FD-B261-492D-B999-6D501E8D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4AC0AB-A4E8-43F8-A10D-A9C78AB94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4350-71B7-47E3-921A-305CD709F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41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00B57A0-0982-441E-BA19-D1D74877A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95BC7-6B34-4B64-AD69-2A9DE35224AB}" type="datetimeFigureOut">
              <a:rPr lang="ru-RU" smtClean="0"/>
              <a:t>19.01.2022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1C201BD-970B-459F-88FA-AC7495BCD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D05A68-806B-4B54-8D70-7474D157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4350-71B7-47E3-921A-305CD709F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759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CF2235-D4E1-4F2B-8C37-198C5E1F6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DDFFFD-5527-4579-988E-A422B3535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46E9AC-6C79-4823-942A-00C59DDA5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E4C3C8-6982-45BE-8206-F6CD5D5A7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95BC7-6B34-4B64-AD69-2A9DE35224AB}" type="datetimeFigureOut">
              <a:rPr lang="ru-RU" smtClean="0"/>
              <a:t>19.01.2022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34DA83-FE8C-4A32-9567-E1E31C0E3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58275A-84A0-49AE-879C-C5499D8C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4350-71B7-47E3-921A-305CD709F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968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21C0F-0AF9-4A7B-B87D-EB1DE4FB5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AEB3BEE-7AD9-47F4-82BF-2C08BEB56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B2E2147-9C6B-46A8-BBE1-E42CFAB8A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531822-2192-4D89-A1ED-52CA22985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95BC7-6B34-4B64-AD69-2A9DE35224AB}" type="datetimeFigureOut">
              <a:rPr lang="ru-RU" smtClean="0"/>
              <a:t>19.01.2022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7086DF-9564-4AEF-B560-26915FB6B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D8DC0F-3B3B-445B-A19D-E3CA742A2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4350-71B7-47E3-921A-305CD709F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222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F3DA5-F1D3-49CD-8C39-49158242D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0B82D8-F390-4D41-BC1C-D838C7A21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532D8D-628F-4D64-86A6-A29E5BC66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95BC7-6B34-4B64-AD69-2A9DE35224AB}" type="datetimeFigureOut">
              <a:rPr lang="ru-RU" smtClean="0"/>
              <a:t>19.01.2022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ECE308-1200-4141-B01F-1059F47C2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482334-CEE6-4873-8799-61C8C6087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4350-71B7-47E3-921A-305CD709F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27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A5E9096-F0D4-47A4-9C90-AB1E20F9AC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96D05D5-171D-43A4-B6B7-AFAC2D130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426012-C5C1-4BBF-BC70-D447BE58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95BC7-6B34-4B64-AD69-2A9DE35224AB}" type="datetimeFigureOut">
              <a:rPr lang="ru-RU" smtClean="0"/>
              <a:t>19.01.2022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858BD8-A351-4174-A36D-ECA07C8CE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6B1A99-7B25-47BD-B305-138157E6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4350-71B7-47E3-921A-305CD709F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4091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F8B1CB-240B-47B4-B575-8650D18FC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A9BE65-DFE1-4E4A-BE89-02203B098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7A6F42-6AC7-4668-8BFA-8EE671782E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95BC7-6B34-4B64-AD69-2A9DE35224AB}" type="datetimeFigureOut">
              <a:rPr lang="ru-RU" smtClean="0"/>
              <a:t>19.01.2022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799D0C-FCF8-42E1-8B3D-7219C9551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E6EBCA-6949-4D5E-A5B7-B16BF3CA2F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54350-71B7-47E3-921A-305CD709F0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475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Прямоугольник 3">
            <a:extLst>
              <a:ext uri="{FF2B5EF4-FFF2-40B4-BE49-F238E27FC236}">
                <a16:creationId xmlns:a16="http://schemas.microsoft.com/office/drawing/2014/main" id="{F11E0DB9-4BCE-4368-8132-647C54C918A2}"/>
              </a:ext>
            </a:extLst>
          </p:cNvPr>
          <p:cNvSpPr/>
          <p:nvPr/>
        </p:nvSpPr>
        <p:spPr>
          <a:xfrm>
            <a:off x="479376" y="656692"/>
            <a:ext cx="11233248" cy="55446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!!Прямоугольник: скругленные углы 4">
            <a:extLst>
              <a:ext uri="{FF2B5EF4-FFF2-40B4-BE49-F238E27FC236}">
                <a16:creationId xmlns:a16="http://schemas.microsoft.com/office/drawing/2014/main" id="{D629E44C-6A0B-4850-80B7-903B6FC8B7F4}"/>
              </a:ext>
            </a:extLst>
          </p:cNvPr>
          <p:cNvSpPr/>
          <p:nvPr/>
        </p:nvSpPr>
        <p:spPr>
          <a:xfrm>
            <a:off x="623392" y="836712"/>
            <a:ext cx="576064" cy="435957"/>
          </a:xfrm>
          <a:prstGeom prst="roundRect">
            <a:avLst>
              <a:gd name="adj" fmla="val 4072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+</a:t>
            </a:r>
          </a:p>
        </p:txBody>
      </p:sp>
      <p:sp>
        <p:nvSpPr>
          <p:cNvPr id="6" name="!!Прямоугольник: скругленные углы 5">
            <a:extLst>
              <a:ext uri="{FF2B5EF4-FFF2-40B4-BE49-F238E27FC236}">
                <a16:creationId xmlns:a16="http://schemas.microsoft.com/office/drawing/2014/main" id="{57F745AA-F961-4D03-A0B7-78FE3CD9BA9A}"/>
              </a:ext>
            </a:extLst>
          </p:cNvPr>
          <p:cNvSpPr/>
          <p:nvPr/>
        </p:nvSpPr>
        <p:spPr>
          <a:xfrm>
            <a:off x="1343472" y="836712"/>
            <a:ext cx="576064" cy="435957"/>
          </a:xfrm>
          <a:prstGeom prst="roundRect">
            <a:avLst>
              <a:gd name="adj" fmla="val 4072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-</a:t>
            </a:r>
          </a:p>
        </p:txBody>
      </p:sp>
      <p:sp>
        <p:nvSpPr>
          <p:cNvPr id="7" name="!!Прямоугольник: скругленные углы 6">
            <a:extLst>
              <a:ext uri="{FF2B5EF4-FFF2-40B4-BE49-F238E27FC236}">
                <a16:creationId xmlns:a16="http://schemas.microsoft.com/office/drawing/2014/main" id="{5CDC12FA-9F6F-4A5A-B286-E5BCFFF19125}"/>
              </a:ext>
            </a:extLst>
          </p:cNvPr>
          <p:cNvSpPr/>
          <p:nvPr/>
        </p:nvSpPr>
        <p:spPr>
          <a:xfrm>
            <a:off x="2135560" y="836712"/>
            <a:ext cx="576064" cy="435957"/>
          </a:xfrm>
          <a:prstGeom prst="roundRect">
            <a:avLst>
              <a:gd name="adj" fmla="val 4072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7832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!!Прямоугольник 3">
            <a:extLst>
              <a:ext uri="{FF2B5EF4-FFF2-40B4-BE49-F238E27FC236}">
                <a16:creationId xmlns:a16="http://schemas.microsoft.com/office/drawing/2014/main" id="{1E71A642-7E3C-4969-BF45-639D5EB2CB26}"/>
              </a:ext>
            </a:extLst>
          </p:cNvPr>
          <p:cNvSpPr/>
          <p:nvPr/>
        </p:nvSpPr>
        <p:spPr>
          <a:xfrm>
            <a:off x="6312024" y="656692"/>
            <a:ext cx="5357341" cy="5544616"/>
          </a:xfrm>
          <a:prstGeom prst="roundRect">
            <a:avLst>
              <a:gd name="adj" fmla="val 65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!!Прямоугольник: скругленные углы 4">
            <a:extLst>
              <a:ext uri="{FF2B5EF4-FFF2-40B4-BE49-F238E27FC236}">
                <a16:creationId xmlns:a16="http://schemas.microsoft.com/office/drawing/2014/main" id="{D629E44C-6A0B-4850-80B7-903B6FC8B7F4}"/>
              </a:ext>
            </a:extLst>
          </p:cNvPr>
          <p:cNvSpPr/>
          <p:nvPr/>
        </p:nvSpPr>
        <p:spPr>
          <a:xfrm>
            <a:off x="6664808" y="1054688"/>
            <a:ext cx="2211076" cy="435957"/>
          </a:xfrm>
          <a:prstGeom prst="roundRect">
            <a:avLst>
              <a:gd name="adj" fmla="val 4072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Количество этапов</a:t>
            </a:r>
          </a:p>
        </p:txBody>
      </p:sp>
      <p:sp>
        <p:nvSpPr>
          <p:cNvPr id="6" name="!!Прямоугольник: скругленные углы 5">
            <a:extLst>
              <a:ext uri="{FF2B5EF4-FFF2-40B4-BE49-F238E27FC236}">
                <a16:creationId xmlns:a16="http://schemas.microsoft.com/office/drawing/2014/main" id="{57F745AA-F961-4D03-A0B7-78FE3CD9BA9A}"/>
              </a:ext>
            </a:extLst>
          </p:cNvPr>
          <p:cNvSpPr/>
          <p:nvPr/>
        </p:nvSpPr>
        <p:spPr>
          <a:xfrm>
            <a:off x="9026698" y="1054689"/>
            <a:ext cx="1008112" cy="435957"/>
          </a:xfrm>
          <a:prstGeom prst="roundRect">
            <a:avLst>
              <a:gd name="adj" fmla="val 40728"/>
            </a:avLst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Textbox</a:t>
            </a:r>
            <a:endParaRPr lang="ru-RU" dirty="0"/>
          </a:p>
        </p:txBody>
      </p:sp>
      <p:sp>
        <p:nvSpPr>
          <p:cNvPr id="7" name="!!Прямоугольник: скругленные углы 6">
            <a:extLst>
              <a:ext uri="{FF2B5EF4-FFF2-40B4-BE49-F238E27FC236}">
                <a16:creationId xmlns:a16="http://schemas.microsoft.com/office/drawing/2014/main" id="{5CDC12FA-9F6F-4A5A-B286-E5BCFFF19125}"/>
              </a:ext>
            </a:extLst>
          </p:cNvPr>
          <p:cNvSpPr/>
          <p:nvPr/>
        </p:nvSpPr>
        <p:spPr>
          <a:xfrm>
            <a:off x="335360" y="220735"/>
            <a:ext cx="576064" cy="435957"/>
          </a:xfrm>
          <a:prstGeom prst="roundRect">
            <a:avLst>
              <a:gd name="adj" fmla="val 4072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  <a:endParaRPr lang="ru-RU" dirty="0"/>
          </a:p>
        </p:txBody>
      </p:sp>
      <p:sp>
        <p:nvSpPr>
          <p:cNvPr id="9" name="!!Прямоугольник: скругленные углы 5">
            <a:extLst>
              <a:ext uri="{FF2B5EF4-FFF2-40B4-BE49-F238E27FC236}">
                <a16:creationId xmlns:a16="http://schemas.microsoft.com/office/drawing/2014/main" id="{911F73C9-4E49-4313-BCF2-0E9F9BD9D776}"/>
              </a:ext>
            </a:extLst>
          </p:cNvPr>
          <p:cNvSpPr/>
          <p:nvPr/>
        </p:nvSpPr>
        <p:spPr>
          <a:xfrm>
            <a:off x="10085188" y="1054720"/>
            <a:ext cx="1433363" cy="435957"/>
          </a:xfrm>
          <a:prstGeom prst="roundRect">
            <a:avLst>
              <a:gd name="adj" fmla="val 40728"/>
            </a:avLst>
          </a:prstGeo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Применить</a:t>
            </a: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BB8427DA-6148-49F6-B2DB-73B9955A8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798778"/>
              </p:ext>
            </p:extLst>
          </p:nvPr>
        </p:nvGraphicFramePr>
        <p:xfrm>
          <a:off x="6664807" y="1888641"/>
          <a:ext cx="485374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1473">
                  <a:extLst>
                    <a:ext uri="{9D8B030D-6E8A-4147-A177-3AD203B41FA5}">
                      <a16:colId xmlns:a16="http://schemas.microsoft.com/office/drawing/2014/main" val="354268887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44149632"/>
                    </a:ext>
                  </a:extLst>
                </a:gridCol>
                <a:gridCol w="1534119">
                  <a:extLst>
                    <a:ext uri="{9D8B030D-6E8A-4147-A177-3AD203B41FA5}">
                      <a16:colId xmlns:a16="http://schemas.microsoft.com/office/drawing/2014/main" val="368710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Название этапа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ru-RU" dirty="0"/>
                        <a:t>Тип этапа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51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Время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858593"/>
                  </a:ext>
                </a:extLst>
              </a:tr>
            </a:tbl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A2E6DBC-9BE1-4281-A6A9-F78565AABEA5}"/>
              </a:ext>
            </a:extLst>
          </p:cNvPr>
          <p:cNvSpPr/>
          <p:nvPr/>
        </p:nvSpPr>
        <p:spPr>
          <a:xfrm>
            <a:off x="9386738" y="2310115"/>
            <a:ext cx="288032" cy="2814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✓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1A69EA1-A126-4913-A653-11F2BB377E58}"/>
              </a:ext>
            </a:extLst>
          </p:cNvPr>
          <p:cNvSpPr/>
          <p:nvPr/>
        </p:nvSpPr>
        <p:spPr>
          <a:xfrm>
            <a:off x="11217223" y="2310115"/>
            <a:ext cx="288032" cy="2814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!!Прямоугольник: скругленные углы 5">
            <a:extLst>
              <a:ext uri="{FF2B5EF4-FFF2-40B4-BE49-F238E27FC236}">
                <a16:creationId xmlns:a16="http://schemas.microsoft.com/office/drawing/2014/main" id="{BC5CBC62-A5E2-489A-9168-F6D33E07F183}"/>
              </a:ext>
            </a:extLst>
          </p:cNvPr>
          <p:cNvSpPr/>
          <p:nvPr/>
        </p:nvSpPr>
        <p:spPr>
          <a:xfrm>
            <a:off x="6888088" y="5585333"/>
            <a:ext cx="1584176" cy="435957"/>
          </a:xfrm>
          <a:prstGeom prst="roundRect">
            <a:avLst>
              <a:gd name="adj" fmla="val 40728"/>
            </a:avLst>
          </a:prstGeo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Сохранить</a:t>
            </a:r>
          </a:p>
        </p:txBody>
      </p:sp>
      <p:sp>
        <p:nvSpPr>
          <p:cNvPr id="14" name="!!Прямоугольник: скругленные углы 5">
            <a:extLst>
              <a:ext uri="{FF2B5EF4-FFF2-40B4-BE49-F238E27FC236}">
                <a16:creationId xmlns:a16="http://schemas.microsoft.com/office/drawing/2014/main" id="{1E65EB45-AC27-4F99-BEBB-B0030CDC4ABF}"/>
              </a:ext>
            </a:extLst>
          </p:cNvPr>
          <p:cNvSpPr/>
          <p:nvPr/>
        </p:nvSpPr>
        <p:spPr>
          <a:xfrm>
            <a:off x="9542536" y="5585333"/>
            <a:ext cx="1584176" cy="435957"/>
          </a:xfrm>
          <a:prstGeom prst="roundRect">
            <a:avLst>
              <a:gd name="adj" fmla="val 40728"/>
            </a:avLst>
          </a:prstGeo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Отмена</a:t>
            </a:r>
          </a:p>
        </p:txBody>
      </p:sp>
    </p:spTree>
    <p:extLst>
      <p:ext uri="{BB962C8B-B14F-4D97-AF65-F5344CB8AC3E}">
        <p14:creationId xmlns:p14="http://schemas.microsoft.com/office/powerpoint/2010/main" val="4069190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!!Прямоугольник 3">
            <a:extLst>
              <a:ext uri="{FF2B5EF4-FFF2-40B4-BE49-F238E27FC236}">
                <a16:creationId xmlns:a16="http://schemas.microsoft.com/office/drawing/2014/main" id="{1E71A642-7E3C-4969-BF45-639D5EB2CB26}"/>
              </a:ext>
            </a:extLst>
          </p:cNvPr>
          <p:cNvSpPr/>
          <p:nvPr/>
        </p:nvSpPr>
        <p:spPr>
          <a:xfrm>
            <a:off x="6312024" y="656692"/>
            <a:ext cx="5357341" cy="5544616"/>
          </a:xfrm>
          <a:prstGeom prst="roundRect">
            <a:avLst>
              <a:gd name="adj" fmla="val 65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!!Прямоугольник: скругленные углы 4">
            <a:extLst>
              <a:ext uri="{FF2B5EF4-FFF2-40B4-BE49-F238E27FC236}">
                <a16:creationId xmlns:a16="http://schemas.microsoft.com/office/drawing/2014/main" id="{D629E44C-6A0B-4850-80B7-903B6FC8B7F4}"/>
              </a:ext>
            </a:extLst>
          </p:cNvPr>
          <p:cNvSpPr/>
          <p:nvPr/>
        </p:nvSpPr>
        <p:spPr>
          <a:xfrm>
            <a:off x="6664808" y="1054688"/>
            <a:ext cx="2211076" cy="435957"/>
          </a:xfrm>
          <a:prstGeom prst="roundRect">
            <a:avLst>
              <a:gd name="adj" fmla="val 4072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Факультет</a:t>
            </a:r>
          </a:p>
        </p:txBody>
      </p:sp>
      <p:sp>
        <p:nvSpPr>
          <p:cNvPr id="6" name="!!Прямоугольник: скругленные углы 5">
            <a:extLst>
              <a:ext uri="{FF2B5EF4-FFF2-40B4-BE49-F238E27FC236}">
                <a16:creationId xmlns:a16="http://schemas.microsoft.com/office/drawing/2014/main" id="{57F745AA-F961-4D03-A0B7-78FE3CD9BA9A}"/>
              </a:ext>
            </a:extLst>
          </p:cNvPr>
          <p:cNvSpPr/>
          <p:nvPr/>
        </p:nvSpPr>
        <p:spPr>
          <a:xfrm>
            <a:off x="9026698" y="1054689"/>
            <a:ext cx="2442554" cy="435957"/>
          </a:xfrm>
          <a:prstGeom prst="roundRect">
            <a:avLst>
              <a:gd name="adj" fmla="val 40728"/>
            </a:avLst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</a:t>
            </a:r>
            <a:r>
              <a:rPr lang="en-US" dirty="0" err="1"/>
              <a:t>ombobox</a:t>
            </a:r>
            <a:endParaRPr lang="ru-RU" dirty="0"/>
          </a:p>
        </p:txBody>
      </p:sp>
      <p:sp>
        <p:nvSpPr>
          <p:cNvPr id="13" name="!!Прямоугольник: скругленные углы 5">
            <a:extLst>
              <a:ext uri="{FF2B5EF4-FFF2-40B4-BE49-F238E27FC236}">
                <a16:creationId xmlns:a16="http://schemas.microsoft.com/office/drawing/2014/main" id="{BC5CBC62-A5E2-489A-9168-F6D33E07F183}"/>
              </a:ext>
            </a:extLst>
          </p:cNvPr>
          <p:cNvSpPr/>
          <p:nvPr/>
        </p:nvSpPr>
        <p:spPr>
          <a:xfrm>
            <a:off x="6888088" y="5585333"/>
            <a:ext cx="1584176" cy="435957"/>
          </a:xfrm>
          <a:prstGeom prst="roundRect">
            <a:avLst>
              <a:gd name="adj" fmla="val 40728"/>
            </a:avLst>
          </a:prstGeo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Сохранить</a:t>
            </a:r>
          </a:p>
        </p:txBody>
      </p:sp>
      <p:sp>
        <p:nvSpPr>
          <p:cNvPr id="14" name="!!Прямоугольник: скругленные углы 5">
            <a:extLst>
              <a:ext uri="{FF2B5EF4-FFF2-40B4-BE49-F238E27FC236}">
                <a16:creationId xmlns:a16="http://schemas.microsoft.com/office/drawing/2014/main" id="{1E65EB45-AC27-4F99-BEBB-B0030CDC4ABF}"/>
              </a:ext>
            </a:extLst>
          </p:cNvPr>
          <p:cNvSpPr/>
          <p:nvPr/>
        </p:nvSpPr>
        <p:spPr>
          <a:xfrm>
            <a:off x="9542536" y="5585333"/>
            <a:ext cx="1584176" cy="435957"/>
          </a:xfrm>
          <a:prstGeom prst="roundRect">
            <a:avLst>
              <a:gd name="adj" fmla="val 40728"/>
            </a:avLst>
          </a:prstGeo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Отмена</a:t>
            </a:r>
          </a:p>
        </p:txBody>
      </p:sp>
      <p:sp>
        <p:nvSpPr>
          <p:cNvPr id="15" name="!!Прямоугольник: скругленные углы 4">
            <a:extLst>
              <a:ext uri="{FF2B5EF4-FFF2-40B4-BE49-F238E27FC236}">
                <a16:creationId xmlns:a16="http://schemas.microsoft.com/office/drawing/2014/main" id="{2B350195-BDC9-4D8E-969F-2EF3308934E1}"/>
              </a:ext>
            </a:extLst>
          </p:cNvPr>
          <p:cNvSpPr/>
          <p:nvPr/>
        </p:nvSpPr>
        <p:spPr>
          <a:xfrm>
            <a:off x="234603" y="198004"/>
            <a:ext cx="576064" cy="435957"/>
          </a:xfrm>
          <a:prstGeom prst="roundRect">
            <a:avLst>
              <a:gd name="adj" fmla="val 4072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+</a:t>
            </a:r>
          </a:p>
        </p:txBody>
      </p:sp>
      <p:sp>
        <p:nvSpPr>
          <p:cNvPr id="16" name="!!Прямоугольник: скругленные углы 4">
            <a:extLst>
              <a:ext uri="{FF2B5EF4-FFF2-40B4-BE49-F238E27FC236}">
                <a16:creationId xmlns:a16="http://schemas.microsoft.com/office/drawing/2014/main" id="{DBE7502E-E33C-479D-BBF6-D0DC20A5D01D}"/>
              </a:ext>
            </a:extLst>
          </p:cNvPr>
          <p:cNvSpPr/>
          <p:nvPr/>
        </p:nvSpPr>
        <p:spPr>
          <a:xfrm>
            <a:off x="6664808" y="1670661"/>
            <a:ext cx="2211076" cy="435957"/>
          </a:xfrm>
          <a:prstGeom prst="roundRect">
            <a:avLst>
              <a:gd name="adj" fmla="val 4072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Группа</a:t>
            </a:r>
          </a:p>
        </p:txBody>
      </p:sp>
      <p:sp>
        <p:nvSpPr>
          <p:cNvPr id="17" name="!!Прямоугольник: скругленные углы 5">
            <a:extLst>
              <a:ext uri="{FF2B5EF4-FFF2-40B4-BE49-F238E27FC236}">
                <a16:creationId xmlns:a16="http://schemas.microsoft.com/office/drawing/2014/main" id="{1C5C067A-E1BD-4CFB-A8A6-72809FAD517A}"/>
              </a:ext>
            </a:extLst>
          </p:cNvPr>
          <p:cNvSpPr/>
          <p:nvPr/>
        </p:nvSpPr>
        <p:spPr>
          <a:xfrm>
            <a:off x="9026698" y="1670661"/>
            <a:ext cx="2442554" cy="435957"/>
          </a:xfrm>
          <a:prstGeom prst="roundRect">
            <a:avLst>
              <a:gd name="adj" fmla="val 40728"/>
            </a:avLst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</a:t>
            </a:r>
            <a:r>
              <a:rPr lang="en-US" dirty="0" err="1"/>
              <a:t>ombobox</a:t>
            </a:r>
            <a:endParaRPr lang="ru-RU" dirty="0"/>
          </a:p>
        </p:txBody>
      </p:sp>
      <p:sp>
        <p:nvSpPr>
          <p:cNvPr id="9" name="!!Прямоугольник: скругленные углы 5">
            <a:extLst>
              <a:ext uri="{FF2B5EF4-FFF2-40B4-BE49-F238E27FC236}">
                <a16:creationId xmlns:a16="http://schemas.microsoft.com/office/drawing/2014/main" id="{911F73C9-4E49-4313-BCF2-0E9F9BD9D776}"/>
              </a:ext>
            </a:extLst>
          </p:cNvPr>
          <p:cNvSpPr/>
          <p:nvPr/>
        </p:nvSpPr>
        <p:spPr>
          <a:xfrm>
            <a:off x="10965194" y="1670661"/>
            <a:ext cx="504057" cy="435957"/>
          </a:xfrm>
          <a:prstGeom prst="roundRect">
            <a:avLst>
              <a:gd name="adj" fmla="val 40728"/>
            </a:avLst>
          </a:prstGeo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</a:t>
            </a:r>
          </a:p>
        </p:txBody>
      </p:sp>
      <p:sp>
        <p:nvSpPr>
          <p:cNvPr id="18" name="!!Прямоугольник: скругленные углы 4">
            <a:extLst>
              <a:ext uri="{FF2B5EF4-FFF2-40B4-BE49-F238E27FC236}">
                <a16:creationId xmlns:a16="http://schemas.microsoft.com/office/drawing/2014/main" id="{AC2D684C-B9CF-41FF-A939-4304A2B0B4B7}"/>
              </a:ext>
            </a:extLst>
          </p:cNvPr>
          <p:cNvSpPr/>
          <p:nvPr/>
        </p:nvSpPr>
        <p:spPr>
          <a:xfrm>
            <a:off x="6600056" y="2348880"/>
            <a:ext cx="2599544" cy="435957"/>
          </a:xfrm>
          <a:prstGeom prst="roundRect">
            <a:avLst>
              <a:gd name="adj" fmla="val 4072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Делили на подгруппы?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789504C-1AAE-464C-A987-5E910FE0320A}"/>
              </a:ext>
            </a:extLst>
          </p:cNvPr>
          <p:cNvSpPr/>
          <p:nvPr/>
        </p:nvSpPr>
        <p:spPr>
          <a:xfrm>
            <a:off x="9457543" y="2426137"/>
            <a:ext cx="288032" cy="2814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✓</a:t>
            </a:r>
          </a:p>
        </p:txBody>
      </p:sp>
      <p:sp>
        <p:nvSpPr>
          <p:cNvPr id="20" name="!!Прямоугольник: скругленные углы 5">
            <a:extLst>
              <a:ext uri="{FF2B5EF4-FFF2-40B4-BE49-F238E27FC236}">
                <a16:creationId xmlns:a16="http://schemas.microsoft.com/office/drawing/2014/main" id="{C8B02364-0BEC-4364-A23E-BAB37C15248B}"/>
              </a:ext>
            </a:extLst>
          </p:cNvPr>
          <p:cNvSpPr/>
          <p:nvPr/>
        </p:nvSpPr>
        <p:spPr>
          <a:xfrm>
            <a:off x="9915382" y="2348880"/>
            <a:ext cx="1584176" cy="435957"/>
          </a:xfrm>
          <a:prstGeom prst="roundRect">
            <a:avLst>
              <a:gd name="adj" fmla="val 40728"/>
            </a:avLst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Checkboxes</a:t>
            </a:r>
            <a:endParaRPr lang="ru-RU" dirty="0"/>
          </a:p>
        </p:txBody>
      </p:sp>
      <p:sp>
        <p:nvSpPr>
          <p:cNvPr id="21" name="!!Прямоугольник: скругленные углы 4">
            <a:extLst>
              <a:ext uri="{FF2B5EF4-FFF2-40B4-BE49-F238E27FC236}">
                <a16:creationId xmlns:a16="http://schemas.microsoft.com/office/drawing/2014/main" id="{4860DE6F-0436-47EF-9B73-AA43507406E4}"/>
              </a:ext>
            </a:extLst>
          </p:cNvPr>
          <p:cNvSpPr/>
          <p:nvPr/>
        </p:nvSpPr>
        <p:spPr>
          <a:xfrm>
            <a:off x="6664808" y="2980902"/>
            <a:ext cx="2211076" cy="435957"/>
          </a:xfrm>
          <a:prstGeom prst="roundRect">
            <a:avLst>
              <a:gd name="adj" fmla="val 4072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Название команды</a:t>
            </a:r>
          </a:p>
        </p:txBody>
      </p:sp>
      <p:sp>
        <p:nvSpPr>
          <p:cNvPr id="22" name="!!Прямоугольник: скругленные углы 5">
            <a:extLst>
              <a:ext uri="{FF2B5EF4-FFF2-40B4-BE49-F238E27FC236}">
                <a16:creationId xmlns:a16="http://schemas.microsoft.com/office/drawing/2014/main" id="{7B50B3D0-851B-445E-A9C6-2C9FE3DB4905}"/>
              </a:ext>
            </a:extLst>
          </p:cNvPr>
          <p:cNvSpPr/>
          <p:nvPr/>
        </p:nvSpPr>
        <p:spPr>
          <a:xfrm>
            <a:off x="9320640" y="2964855"/>
            <a:ext cx="1584176" cy="435957"/>
          </a:xfrm>
          <a:prstGeom prst="roundRect">
            <a:avLst>
              <a:gd name="adj" fmla="val 40728"/>
            </a:avLst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textbox</a:t>
            </a:r>
            <a:endParaRPr lang="ru-RU" dirty="0"/>
          </a:p>
        </p:txBody>
      </p:sp>
      <p:sp>
        <p:nvSpPr>
          <p:cNvPr id="23" name="!!Прямоугольник: скругленные углы 4">
            <a:extLst>
              <a:ext uri="{FF2B5EF4-FFF2-40B4-BE49-F238E27FC236}">
                <a16:creationId xmlns:a16="http://schemas.microsoft.com/office/drawing/2014/main" id="{7A7D7982-6AC6-4F5C-A7F9-8F61587B256C}"/>
              </a:ext>
            </a:extLst>
          </p:cNvPr>
          <p:cNvSpPr/>
          <p:nvPr/>
        </p:nvSpPr>
        <p:spPr>
          <a:xfrm>
            <a:off x="6664808" y="3596875"/>
            <a:ext cx="2211076" cy="435957"/>
          </a:xfrm>
          <a:prstGeom prst="roundRect">
            <a:avLst>
              <a:gd name="adj" fmla="val 4072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Размер группы</a:t>
            </a:r>
          </a:p>
        </p:txBody>
      </p:sp>
      <p:sp>
        <p:nvSpPr>
          <p:cNvPr id="24" name="!!Прямоугольник: скругленные углы 5">
            <a:extLst>
              <a:ext uri="{FF2B5EF4-FFF2-40B4-BE49-F238E27FC236}">
                <a16:creationId xmlns:a16="http://schemas.microsoft.com/office/drawing/2014/main" id="{062A37D3-FAED-422E-8A3E-A0338338D1EC}"/>
              </a:ext>
            </a:extLst>
          </p:cNvPr>
          <p:cNvSpPr/>
          <p:nvPr/>
        </p:nvSpPr>
        <p:spPr>
          <a:xfrm>
            <a:off x="9057004" y="3580827"/>
            <a:ext cx="2442554" cy="435957"/>
          </a:xfrm>
          <a:prstGeom prst="roundRect">
            <a:avLst>
              <a:gd name="adj" fmla="val 40728"/>
            </a:avLst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Combobox</a:t>
            </a:r>
            <a:endParaRPr lang="ru-RU" dirty="0"/>
          </a:p>
        </p:txBody>
      </p:sp>
      <p:sp>
        <p:nvSpPr>
          <p:cNvPr id="25" name="!!Прямоугольник: скругленные углы 5">
            <a:extLst>
              <a:ext uri="{FF2B5EF4-FFF2-40B4-BE49-F238E27FC236}">
                <a16:creationId xmlns:a16="http://schemas.microsoft.com/office/drawing/2014/main" id="{5782DDEC-D33B-4BB7-BC30-69B9B79D500B}"/>
              </a:ext>
            </a:extLst>
          </p:cNvPr>
          <p:cNvSpPr/>
          <p:nvPr/>
        </p:nvSpPr>
        <p:spPr>
          <a:xfrm>
            <a:off x="11003840" y="3580827"/>
            <a:ext cx="504057" cy="435957"/>
          </a:xfrm>
          <a:prstGeom prst="roundRect">
            <a:avLst>
              <a:gd name="adj" fmla="val 40728"/>
            </a:avLst>
          </a:prstGeom>
          <a:gradFill>
            <a:gsLst>
              <a:gs pos="0">
                <a:srgbClr val="7030A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</a:t>
            </a:r>
          </a:p>
        </p:txBody>
      </p:sp>
      <p:sp>
        <p:nvSpPr>
          <p:cNvPr id="26" name="!!Прямоугольник: скругленные углы 4">
            <a:extLst>
              <a:ext uri="{FF2B5EF4-FFF2-40B4-BE49-F238E27FC236}">
                <a16:creationId xmlns:a16="http://schemas.microsoft.com/office/drawing/2014/main" id="{B8073ED0-A3CA-47F1-81A0-72ECBE730FA1}"/>
              </a:ext>
            </a:extLst>
          </p:cNvPr>
          <p:cNvSpPr/>
          <p:nvPr/>
        </p:nvSpPr>
        <p:spPr>
          <a:xfrm>
            <a:off x="6664808" y="4286875"/>
            <a:ext cx="2211076" cy="435957"/>
          </a:xfrm>
          <a:prstGeom prst="roundRect">
            <a:avLst>
              <a:gd name="adj" fmla="val 4072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Маршрутный лист</a:t>
            </a:r>
          </a:p>
        </p:txBody>
      </p:sp>
      <p:sp>
        <p:nvSpPr>
          <p:cNvPr id="27" name="!!Прямоугольник: скругленные углы 5">
            <a:extLst>
              <a:ext uri="{FF2B5EF4-FFF2-40B4-BE49-F238E27FC236}">
                <a16:creationId xmlns:a16="http://schemas.microsoft.com/office/drawing/2014/main" id="{06486EAD-CAE9-4A2B-BF9C-2B22C0E18B3C}"/>
              </a:ext>
            </a:extLst>
          </p:cNvPr>
          <p:cNvSpPr/>
          <p:nvPr/>
        </p:nvSpPr>
        <p:spPr>
          <a:xfrm>
            <a:off x="9057004" y="4259046"/>
            <a:ext cx="2442554" cy="435957"/>
          </a:xfrm>
          <a:prstGeom prst="roundRect">
            <a:avLst>
              <a:gd name="adj" fmla="val 40728"/>
            </a:avLst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DDA78063-A94E-4F07-BE9B-CFD79A05FD1F}"/>
              </a:ext>
            </a:extLst>
          </p:cNvPr>
          <p:cNvCxnSpPr>
            <a:cxnSpLocks/>
          </p:cNvCxnSpPr>
          <p:nvPr/>
        </p:nvCxnSpPr>
        <p:spPr>
          <a:xfrm flipH="1" flipV="1">
            <a:off x="5807968" y="1340768"/>
            <a:ext cx="3512672" cy="3382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9" name="!!Прямоугольник 3">
            <a:extLst>
              <a:ext uri="{FF2B5EF4-FFF2-40B4-BE49-F238E27FC236}">
                <a16:creationId xmlns:a16="http://schemas.microsoft.com/office/drawing/2014/main" id="{253FF0E2-387B-4389-A75B-F4E2E67EA4C1}"/>
              </a:ext>
            </a:extLst>
          </p:cNvPr>
          <p:cNvSpPr/>
          <p:nvPr/>
        </p:nvSpPr>
        <p:spPr>
          <a:xfrm>
            <a:off x="462332" y="671128"/>
            <a:ext cx="5133909" cy="3833725"/>
          </a:xfrm>
          <a:prstGeom prst="roundRect">
            <a:avLst>
              <a:gd name="adj" fmla="val 65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0" name="Таблица 30">
            <a:extLst>
              <a:ext uri="{FF2B5EF4-FFF2-40B4-BE49-F238E27FC236}">
                <a16:creationId xmlns:a16="http://schemas.microsoft.com/office/drawing/2014/main" id="{5D78FFAA-258E-49C2-84EB-FDF6E3046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238239"/>
              </p:ext>
            </p:extLst>
          </p:nvPr>
        </p:nvGraphicFramePr>
        <p:xfrm>
          <a:off x="548371" y="952626"/>
          <a:ext cx="496183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414">
                  <a:extLst>
                    <a:ext uri="{9D8B030D-6E8A-4147-A177-3AD203B41FA5}">
                      <a16:colId xmlns:a16="http://schemas.microsoft.com/office/drawing/2014/main" val="1439414735"/>
                    </a:ext>
                  </a:extLst>
                </a:gridCol>
                <a:gridCol w="767318">
                  <a:extLst>
                    <a:ext uri="{9D8B030D-6E8A-4147-A177-3AD203B41FA5}">
                      <a16:colId xmlns:a16="http://schemas.microsoft.com/office/drawing/2014/main" val="1641228065"/>
                    </a:ext>
                  </a:extLst>
                </a:gridCol>
                <a:gridCol w="992366">
                  <a:extLst>
                    <a:ext uri="{9D8B030D-6E8A-4147-A177-3AD203B41FA5}">
                      <a16:colId xmlns:a16="http://schemas.microsoft.com/office/drawing/2014/main" val="1978044796"/>
                    </a:ext>
                  </a:extLst>
                </a:gridCol>
                <a:gridCol w="992366">
                  <a:extLst>
                    <a:ext uri="{9D8B030D-6E8A-4147-A177-3AD203B41FA5}">
                      <a16:colId xmlns:a16="http://schemas.microsoft.com/office/drawing/2014/main" val="189854251"/>
                    </a:ext>
                  </a:extLst>
                </a:gridCol>
                <a:gridCol w="992366">
                  <a:extLst>
                    <a:ext uri="{9D8B030D-6E8A-4147-A177-3AD203B41FA5}">
                      <a16:colId xmlns:a16="http://schemas.microsoft.com/office/drawing/2014/main" val="15050836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lang="ru-RU" dirty="0"/>
                        <a:t>Название этапа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Этап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Неточности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Д/з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Штрафы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50676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ru-RU" dirty="0"/>
                        <a:t>ЭТАП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ВРЕМЯ ИЛИ 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ВЫЧЕТЫ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БАЛЛ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БАЛЛ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53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816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Прямоугольник 3">
            <a:extLst>
              <a:ext uri="{FF2B5EF4-FFF2-40B4-BE49-F238E27FC236}">
                <a16:creationId xmlns:a16="http://schemas.microsoft.com/office/drawing/2014/main" id="{F11E0DB9-4BCE-4368-8132-647C54C918A2}"/>
              </a:ext>
            </a:extLst>
          </p:cNvPr>
          <p:cNvSpPr/>
          <p:nvPr/>
        </p:nvSpPr>
        <p:spPr>
          <a:xfrm>
            <a:off x="479376" y="656692"/>
            <a:ext cx="11233248" cy="55446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!!Прямоугольник: скругленные углы 4">
            <a:extLst>
              <a:ext uri="{FF2B5EF4-FFF2-40B4-BE49-F238E27FC236}">
                <a16:creationId xmlns:a16="http://schemas.microsoft.com/office/drawing/2014/main" id="{D629E44C-6A0B-4850-80B7-903B6FC8B7F4}"/>
              </a:ext>
            </a:extLst>
          </p:cNvPr>
          <p:cNvSpPr/>
          <p:nvPr/>
        </p:nvSpPr>
        <p:spPr>
          <a:xfrm>
            <a:off x="623392" y="836712"/>
            <a:ext cx="576064" cy="435957"/>
          </a:xfrm>
          <a:prstGeom prst="roundRect">
            <a:avLst>
              <a:gd name="adj" fmla="val 4072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+</a:t>
            </a:r>
          </a:p>
        </p:txBody>
      </p:sp>
      <p:sp>
        <p:nvSpPr>
          <p:cNvPr id="6" name="!!Прямоугольник: скругленные углы 5">
            <a:extLst>
              <a:ext uri="{FF2B5EF4-FFF2-40B4-BE49-F238E27FC236}">
                <a16:creationId xmlns:a16="http://schemas.microsoft.com/office/drawing/2014/main" id="{57F745AA-F961-4D03-A0B7-78FE3CD9BA9A}"/>
              </a:ext>
            </a:extLst>
          </p:cNvPr>
          <p:cNvSpPr/>
          <p:nvPr/>
        </p:nvSpPr>
        <p:spPr>
          <a:xfrm>
            <a:off x="1343472" y="836712"/>
            <a:ext cx="576064" cy="435957"/>
          </a:xfrm>
          <a:prstGeom prst="roundRect">
            <a:avLst>
              <a:gd name="adj" fmla="val 4072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-</a:t>
            </a:r>
          </a:p>
        </p:txBody>
      </p:sp>
      <p:sp>
        <p:nvSpPr>
          <p:cNvPr id="7" name="!!Прямоугольник: скругленные углы 6">
            <a:extLst>
              <a:ext uri="{FF2B5EF4-FFF2-40B4-BE49-F238E27FC236}">
                <a16:creationId xmlns:a16="http://schemas.microsoft.com/office/drawing/2014/main" id="{5CDC12FA-9F6F-4A5A-B286-E5BCFFF19125}"/>
              </a:ext>
            </a:extLst>
          </p:cNvPr>
          <p:cNvSpPr/>
          <p:nvPr/>
        </p:nvSpPr>
        <p:spPr>
          <a:xfrm>
            <a:off x="2135560" y="836712"/>
            <a:ext cx="576064" cy="435957"/>
          </a:xfrm>
          <a:prstGeom prst="roundRect">
            <a:avLst>
              <a:gd name="adj" fmla="val 4072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  <a:endParaRPr lang="ru-RU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BEB46FD9-31AA-4AA0-BD99-DAC70D758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211520"/>
              </p:ext>
            </p:extLst>
          </p:nvPr>
        </p:nvGraphicFramePr>
        <p:xfrm>
          <a:off x="623392" y="1556792"/>
          <a:ext cx="1087320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8302">
                  <a:extLst>
                    <a:ext uri="{9D8B030D-6E8A-4147-A177-3AD203B41FA5}">
                      <a16:colId xmlns:a16="http://schemas.microsoft.com/office/drawing/2014/main" val="2060802188"/>
                    </a:ext>
                  </a:extLst>
                </a:gridCol>
                <a:gridCol w="2718302">
                  <a:extLst>
                    <a:ext uri="{9D8B030D-6E8A-4147-A177-3AD203B41FA5}">
                      <a16:colId xmlns:a16="http://schemas.microsoft.com/office/drawing/2014/main" val="3264013294"/>
                    </a:ext>
                  </a:extLst>
                </a:gridCol>
                <a:gridCol w="2718302">
                  <a:extLst>
                    <a:ext uri="{9D8B030D-6E8A-4147-A177-3AD203B41FA5}">
                      <a16:colId xmlns:a16="http://schemas.microsoft.com/office/drawing/2014/main" val="262350561"/>
                    </a:ext>
                  </a:extLst>
                </a:gridCol>
                <a:gridCol w="2718302">
                  <a:extLst>
                    <a:ext uri="{9D8B030D-6E8A-4147-A177-3AD203B41FA5}">
                      <a16:colId xmlns:a16="http://schemas.microsoft.com/office/drawing/2014/main" val="3932662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НАЗВАНИЕ команды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ФАКУЛЬТЕТ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№ 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БАЛЛОВ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370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7693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69</Words>
  <Application>Microsoft Office PowerPoint</Application>
  <PresentationFormat>Широкоэкранный</PresentationFormat>
  <Paragraphs>49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Dmitry Dzyuba</dc:creator>
  <cp:lastModifiedBy>Dmitry Dzyuba</cp:lastModifiedBy>
  <cp:revision>18</cp:revision>
  <dcterms:created xsi:type="dcterms:W3CDTF">2022-01-19T19:12:27Z</dcterms:created>
  <dcterms:modified xsi:type="dcterms:W3CDTF">2022-01-19T20:05:46Z</dcterms:modified>
</cp:coreProperties>
</file>